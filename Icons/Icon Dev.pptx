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0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1A2F-C69C-B4FF-DF39-F947B7CF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26BF0-FF97-0ABC-8E7A-233F37D41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0620-E027-1AE5-3E27-ECF8FD1F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EEB9-A396-3D76-8609-5E730516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4544-A512-B4BC-CEA8-80CC8274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49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F5E7-A64F-A365-BD03-3A569225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3D13-EEFB-1874-B7D6-D96C2A636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EB59F-BD13-3F07-BC01-E0655AAD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A91D0-AE51-3601-CD27-6763DFE6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E13DD-7BEF-736D-2B00-2A45BBDE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93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026C-C498-A5B8-6B9A-D4263EC3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73EB2-282B-ADF5-0B6C-93D182ADD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F4FA-57F1-9843-B317-2B7555752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8945-6D43-38A7-7C8E-1350B584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38541-BEC0-17D4-B824-25703714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0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CD03-249A-1908-D4E2-055579EF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E48D-35C7-5080-61B0-9A1410F08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A43ED-8B78-1D9D-3B4B-E54799415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E490-A54D-E83B-5388-C0847B01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1D348-39EA-6618-18EE-117FC630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1DAE1-F62F-3AE3-4861-76FA29AA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99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24F4-2E2A-A6A4-8C70-EA6352C9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422A9-05A6-31BC-37C1-0173AA4F0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B5F92-C0A3-7C72-2603-4F23BD76D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99171-D59B-F175-4D29-AA77BC648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38504-8BDC-A5FB-A52E-BE0067B02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B8933-F7A1-BD41-0CF2-022919EC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DC850-3AA4-0A1E-176A-BBC5112A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1D157-6EB3-44E2-FC67-B2F51547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07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2477-8E80-9AA5-A7F0-EBA9AADE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78377-3C2C-C12F-3E30-EB089F19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984B-57BF-344A-8F07-F102BC3B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862D2-CEE3-66C7-3FE9-ECE26BD6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47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A295B-034F-46E8-714A-654AF88F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8773B-9730-57E5-2C3D-8851A7E5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CC2DA-907C-296B-A8B2-293254F7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78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132F-B304-1FFC-905C-CA83FFED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B335E-8730-A0F0-0408-9D1F456CA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EBC-1617-874D-1695-DB0DB3586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A408D-2D4A-D295-D6DC-CAED3A64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2540C-8005-5469-8D1E-66374608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DE5ED-83C7-2F0B-BBCF-2CEAE947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46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EA54-87BB-AF7D-0CF7-98CF692F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BAA9C-ED5E-489D-12E1-F2081D61C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E180B-69FD-F9A7-ABA7-2F94760A5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DDF0B-F58F-47D5-A8E9-E5CFF4E03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F41F0-1571-B34A-3513-00AC2FDE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1999F-7991-331A-5E82-96E0475A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9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2AA5-7411-7B22-983C-E55AEAC4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730D2-C293-B9B3-5C44-A37BCCD8F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99DB-0537-A13E-F9D7-ACF06197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09AB7-2E4E-6BEA-A1FC-9C47A281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6FF7E-F17E-B000-CD99-8BFBC5A56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0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FEBCC-3157-7E0E-BE05-F29FD1FC5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9BE95-62FE-F446-4500-EEC1537FF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B54E9-97BD-883C-16A7-BADBDC72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3426B-7F8F-442B-77FA-D27B4EC3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528A6-CFF9-7CAF-DA65-F83B82094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09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3F957E-3F27-3A92-202A-1DB8C654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B8381-76DA-E900-D465-029097B64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2FFD6-671D-2534-A596-6DE41624B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D7AEF-48A4-4CF2-A209-6A6A62757181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B701D-CF8B-8323-6C57-2A950C287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4557C-0941-FF4B-E8C4-92359D88E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04EFA-1FBB-45EF-9F57-DD591A082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72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tient Hospital Stretcher Icon in SVG, PNG formats">
            <a:extLst>
              <a:ext uri="{FF2B5EF4-FFF2-40B4-BE49-F238E27FC236}">
                <a16:creationId xmlns:a16="http://schemas.microsoft.com/office/drawing/2014/main" id="{F145A650-98FF-7677-7369-2AB7B5726E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42806" y="2502008"/>
            <a:ext cx="799138" cy="799138"/>
          </a:xfrm>
          <a:prstGeom prst="rect">
            <a:avLst/>
          </a:prstGeom>
        </p:spPr>
      </p:pic>
      <p:pic>
        <p:nvPicPr>
          <p:cNvPr id="8" name="Picture 7" descr="Patient Hospital Stretcher Icon in SVG, PNG formats">
            <a:extLst>
              <a:ext uri="{FF2B5EF4-FFF2-40B4-BE49-F238E27FC236}">
                <a16:creationId xmlns:a16="http://schemas.microsoft.com/office/drawing/2014/main" id="{37E614AD-3343-3770-4F48-735D9A87923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5223" y="1041595"/>
            <a:ext cx="799138" cy="799138"/>
          </a:xfrm>
          <a:prstGeom prst="rect">
            <a:avLst/>
          </a:prstGeom>
        </p:spPr>
      </p:pic>
      <p:pic>
        <p:nvPicPr>
          <p:cNvPr id="10" name="Picture 9" descr="Patient Hospital Stretcher Icon in SVG, PNG formats">
            <a:extLst>
              <a:ext uri="{FF2B5EF4-FFF2-40B4-BE49-F238E27FC236}">
                <a16:creationId xmlns:a16="http://schemas.microsoft.com/office/drawing/2014/main" id="{3B0B9D81-AB60-A4E5-6042-7FB48335B8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32145" y="1760501"/>
            <a:ext cx="799138" cy="799138"/>
          </a:xfrm>
          <a:prstGeom prst="rect">
            <a:avLst/>
          </a:prstGeom>
        </p:spPr>
      </p:pic>
      <p:pic>
        <p:nvPicPr>
          <p:cNvPr id="12" name="Picture 11" descr="Patient Hospital Stretcher Icon in SVG, PNG formats">
            <a:extLst>
              <a:ext uri="{FF2B5EF4-FFF2-40B4-BE49-F238E27FC236}">
                <a16:creationId xmlns:a16="http://schemas.microsoft.com/office/drawing/2014/main" id="{CC67FC13-3115-EAE4-4910-80CC77E3D2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9947" y="2531807"/>
            <a:ext cx="799138" cy="799138"/>
          </a:xfrm>
          <a:prstGeom prst="rect">
            <a:avLst/>
          </a:prstGeom>
        </p:spPr>
      </p:pic>
      <p:pic>
        <p:nvPicPr>
          <p:cNvPr id="18" name="Picture 17" descr="Patient Hospital Stretcher Icon in SVG, PNG formats">
            <a:extLst>
              <a:ext uri="{FF2B5EF4-FFF2-40B4-BE49-F238E27FC236}">
                <a16:creationId xmlns:a16="http://schemas.microsoft.com/office/drawing/2014/main" id="{E2316C42-24C1-4C8A-C990-2DBC12AE1D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04313" y="2483320"/>
            <a:ext cx="799138" cy="799138"/>
          </a:xfrm>
          <a:prstGeom prst="rect">
            <a:avLst/>
          </a:prstGeom>
        </p:spPr>
      </p:pic>
      <p:pic>
        <p:nvPicPr>
          <p:cNvPr id="22" name="Picture 21" descr="Patient Hospital Stretcher Icon in SVG, PNG formats">
            <a:extLst>
              <a:ext uri="{FF2B5EF4-FFF2-40B4-BE49-F238E27FC236}">
                <a16:creationId xmlns:a16="http://schemas.microsoft.com/office/drawing/2014/main" id="{68E04A90-3E46-AA10-DFF3-6D44E1C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67172" y="963568"/>
            <a:ext cx="799138" cy="799138"/>
          </a:xfrm>
          <a:prstGeom prst="rect">
            <a:avLst/>
          </a:prstGeom>
        </p:spPr>
      </p:pic>
      <p:pic>
        <p:nvPicPr>
          <p:cNvPr id="23" name="Picture 22" descr="Patient On Stretcher Icon in SVG, PNG formats">
            <a:extLst>
              <a:ext uri="{FF2B5EF4-FFF2-40B4-BE49-F238E27FC236}">
                <a16:creationId xmlns:a16="http://schemas.microsoft.com/office/drawing/2014/main" id="{3EA22719-9AF9-0209-E0F8-768FE96B9C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0018" y="5279136"/>
            <a:ext cx="799138" cy="799138"/>
          </a:xfrm>
          <a:prstGeom prst="rect">
            <a:avLst/>
          </a:prstGeom>
        </p:spPr>
      </p:pic>
      <p:pic>
        <p:nvPicPr>
          <p:cNvPr id="25" name="Picture 24" descr="Patient On Stretcher Icon in SVG, PNG formats">
            <a:extLst>
              <a:ext uri="{FF2B5EF4-FFF2-40B4-BE49-F238E27FC236}">
                <a16:creationId xmlns:a16="http://schemas.microsoft.com/office/drawing/2014/main" id="{A64511B3-6B39-B8AC-0300-72C26D099E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22378" y="1840733"/>
            <a:ext cx="799138" cy="799138"/>
          </a:xfrm>
          <a:prstGeom prst="rect">
            <a:avLst/>
          </a:prstGeom>
        </p:spPr>
      </p:pic>
      <p:pic>
        <p:nvPicPr>
          <p:cNvPr id="27" name="Picture 26" descr="Patient On Stretcher Icon in SVG, PNG formats">
            <a:extLst>
              <a:ext uri="{FF2B5EF4-FFF2-40B4-BE49-F238E27FC236}">
                <a16:creationId xmlns:a16="http://schemas.microsoft.com/office/drawing/2014/main" id="{844191B3-A318-2F0D-2D5B-2DDEFDB6B4A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94344" y="1684182"/>
            <a:ext cx="799138" cy="799138"/>
          </a:xfrm>
          <a:prstGeom prst="rect">
            <a:avLst/>
          </a:prstGeom>
        </p:spPr>
      </p:pic>
      <p:pic>
        <p:nvPicPr>
          <p:cNvPr id="29" name="Picture 28" descr="Patient On Stretcher Icon in SVG, PNG formats">
            <a:extLst>
              <a:ext uri="{FF2B5EF4-FFF2-40B4-BE49-F238E27FC236}">
                <a16:creationId xmlns:a16="http://schemas.microsoft.com/office/drawing/2014/main" id="{F05D674A-3B00-B923-7B3F-06D0930559D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59977" y="1041595"/>
            <a:ext cx="799138" cy="799138"/>
          </a:xfrm>
          <a:prstGeom prst="rect">
            <a:avLst/>
          </a:prstGeom>
        </p:spPr>
      </p:pic>
      <p:pic>
        <p:nvPicPr>
          <p:cNvPr id="39" name="Picture 38" descr="Patient Hospital Stretcher Icon in SVG, PNG formats">
            <a:extLst>
              <a:ext uri="{FF2B5EF4-FFF2-40B4-BE49-F238E27FC236}">
                <a16:creationId xmlns:a16="http://schemas.microsoft.com/office/drawing/2014/main" id="{C033B684-E47D-5271-E2AA-3F6D75672C8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94857" y="1831048"/>
            <a:ext cx="799138" cy="799138"/>
          </a:xfrm>
          <a:prstGeom prst="rect">
            <a:avLst/>
          </a:prstGeom>
        </p:spPr>
      </p:pic>
      <p:pic>
        <p:nvPicPr>
          <p:cNvPr id="41" name="Picture 40" descr="Patient Hospital Stretcher Icon in SVG, PNG formats">
            <a:extLst>
              <a:ext uri="{FF2B5EF4-FFF2-40B4-BE49-F238E27FC236}">
                <a16:creationId xmlns:a16="http://schemas.microsoft.com/office/drawing/2014/main" id="{626A683A-106C-338E-0C74-F472AABEC3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57716" y="311296"/>
            <a:ext cx="799138" cy="799138"/>
          </a:xfrm>
          <a:prstGeom prst="rect">
            <a:avLst/>
          </a:prstGeom>
        </p:spPr>
      </p:pic>
      <p:pic>
        <p:nvPicPr>
          <p:cNvPr id="43" name="Picture 42" descr="Patient On Stretcher Icon in SVG, PNG formats">
            <a:extLst>
              <a:ext uri="{FF2B5EF4-FFF2-40B4-BE49-F238E27FC236}">
                <a16:creationId xmlns:a16="http://schemas.microsoft.com/office/drawing/2014/main" id="{93045515-AAFA-6D12-9DF8-32F326FE6C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12922" y="1188461"/>
            <a:ext cx="799138" cy="799138"/>
          </a:xfrm>
          <a:prstGeom prst="rect">
            <a:avLst/>
          </a:prstGeom>
        </p:spPr>
      </p:pic>
      <p:pic>
        <p:nvPicPr>
          <p:cNvPr id="49" name="Picture 48" descr="Patient Hospital Stretcher Icon in SVG, PNG formats">
            <a:extLst>
              <a:ext uri="{FF2B5EF4-FFF2-40B4-BE49-F238E27FC236}">
                <a16:creationId xmlns:a16="http://schemas.microsoft.com/office/drawing/2014/main" id="{F18A6D87-7F8A-3274-362A-0122FFDF60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5518" y="4141476"/>
            <a:ext cx="799138" cy="799138"/>
          </a:xfrm>
          <a:prstGeom prst="rect">
            <a:avLst/>
          </a:prstGeom>
        </p:spPr>
      </p:pic>
      <p:pic>
        <p:nvPicPr>
          <p:cNvPr id="53" name="Picture 52" descr="Patient Hospital Stretcher Icon in SVG, PNG formats">
            <a:extLst>
              <a:ext uri="{FF2B5EF4-FFF2-40B4-BE49-F238E27FC236}">
                <a16:creationId xmlns:a16="http://schemas.microsoft.com/office/drawing/2014/main" id="{D1AD5620-F4EB-8514-810A-ABBAC303EED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94857" y="3399969"/>
            <a:ext cx="799138" cy="799138"/>
          </a:xfrm>
          <a:prstGeom prst="rect">
            <a:avLst/>
          </a:prstGeom>
        </p:spPr>
      </p:pic>
      <p:pic>
        <p:nvPicPr>
          <p:cNvPr id="55" name="Picture 54" descr="Patient Hospital Stretcher Icon in SVG, PNG formats">
            <a:extLst>
              <a:ext uri="{FF2B5EF4-FFF2-40B4-BE49-F238E27FC236}">
                <a16:creationId xmlns:a16="http://schemas.microsoft.com/office/drawing/2014/main" id="{74999B8D-946B-628F-A53C-90362CE4F2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42659" y="4171275"/>
            <a:ext cx="799138" cy="799138"/>
          </a:xfrm>
          <a:prstGeom prst="rect">
            <a:avLst/>
          </a:prstGeom>
        </p:spPr>
      </p:pic>
      <p:pic>
        <p:nvPicPr>
          <p:cNvPr id="57" name="Picture 56" descr="Patient Hospital Stretcher Icon in SVG, PNG formats">
            <a:extLst>
              <a:ext uri="{FF2B5EF4-FFF2-40B4-BE49-F238E27FC236}">
                <a16:creationId xmlns:a16="http://schemas.microsoft.com/office/drawing/2014/main" id="{E9119D0F-5F21-EB0A-A0B3-BF53F9420D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67025" y="4122788"/>
            <a:ext cx="799138" cy="799138"/>
          </a:xfrm>
          <a:prstGeom prst="rect">
            <a:avLst/>
          </a:prstGeom>
        </p:spPr>
      </p:pic>
      <p:pic>
        <p:nvPicPr>
          <p:cNvPr id="59" name="Picture 58" descr="Patient Hospital Stretcher Icon in SVG, PNG formats">
            <a:extLst>
              <a:ext uri="{FF2B5EF4-FFF2-40B4-BE49-F238E27FC236}">
                <a16:creationId xmlns:a16="http://schemas.microsoft.com/office/drawing/2014/main" id="{C3AE6674-854C-0F80-EE28-2409B92AE9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29884" y="2603036"/>
            <a:ext cx="799138" cy="799138"/>
          </a:xfrm>
          <a:prstGeom prst="rect">
            <a:avLst/>
          </a:prstGeom>
        </p:spPr>
      </p:pic>
      <p:pic>
        <p:nvPicPr>
          <p:cNvPr id="61" name="Picture 60" descr="Patient On Stretcher Icon in SVG, PNG formats">
            <a:extLst>
              <a:ext uri="{FF2B5EF4-FFF2-40B4-BE49-F238E27FC236}">
                <a16:creationId xmlns:a16="http://schemas.microsoft.com/office/drawing/2014/main" id="{129720EF-00A3-4AD7-7364-89C702AB97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85090" y="3480201"/>
            <a:ext cx="799138" cy="799138"/>
          </a:xfrm>
          <a:prstGeom prst="rect">
            <a:avLst/>
          </a:prstGeom>
        </p:spPr>
      </p:pic>
      <p:pic>
        <p:nvPicPr>
          <p:cNvPr id="67" name="Picture 66" descr="Patient Hospital Stretcher Icon in SVG, PNG formats">
            <a:extLst>
              <a:ext uri="{FF2B5EF4-FFF2-40B4-BE49-F238E27FC236}">
                <a16:creationId xmlns:a16="http://schemas.microsoft.com/office/drawing/2014/main" id="{B9E24D43-2C80-3D53-2BCD-5FD69AF9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78378" y="5592075"/>
            <a:ext cx="799138" cy="79913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9FE70E5-6854-16D7-8506-4BD690DC7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766" y="4025760"/>
            <a:ext cx="2816596" cy="2365453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C15CC2B7-5ED7-AFDC-369A-0FCD5F6F7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592" y="-115700"/>
            <a:ext cx="2682472" cy="231668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F9EEBF2-2B76-431D-3BB9-07AA1EC8D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194" y="1649513"/>
            <a:ext cx="2786113" cy="23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6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72" descr="Sad Woman Icon in SVG, PNG formats">
            <a:extLst>
              <a:ext uri="{FF2B5EF4-FFF2-40B4-BE49-F238E27FC236}">
                <a16:creationId xmlns:a16="http://schemas.microsoft.com/office/drawing/2014/main" id="{0E68A86A-7027-DFAF-46E8-A9F87E3B21E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622792" y="1393901"/>
            <a:ext cx="604757" cy="604757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B3C9FA9B-A0DF-FE93-CC1D-17187EFCC4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1123184" y="1394491"/>
            <a:ext cx="604167" cy="604167"/>
          </a:xfrm>
          <a:prstGeom prst="rect">
            <a:avLst/>
          </a:prstGeom>
        </p:spPr>
      </p:pic>
      <p:pic>
        <p:nvPicPr>
          <p:cNvPr id="177" name="Picture 176" descr="Sad Woman Icon in SVG, PNG formats">
            <a:extLst>
              <a:ext uri="{FF2B5EF4-FFF2-40B4-BE49-F238E27FC236}">
                <a16:creationId xmlns:a16="http://schemas.microsoft.com/office/drawing/2014/main" id="{23F3D7F8-4F73-03AA-F53C-DCDE3F29799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838608" y="789145"/>
            <a:ext cx="604757" cy="604757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16663AE8-7086-B0D4-46F4-82D0E122458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461143" y="2011026"/>
            <a:ext cx="604167" cy="604167"/>
          </a:xfrm>
          <a:prstGeom prst="rect">
            <a:avLst/>
          </a:prstGeom>
        </p:spPr>
      </p:pic>
      <p:pic>
        <p:nvPicPr>
          <p:cNvPr id="191" name="Picture 190" descr="Sad Woman Icon in SVG, PNG formats">
            <a:extLst>
              <a:ext uri="{FF2B5EF4-FFF2-40B4-BE49-F238E27FC236}">
                <a16:creationId xmlns:a16="http://schemas.microsoft.com/office/drawing/2014/main" id="{856E9E29-2D2C-A829-D12A-93CD31C5534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925232" y="2011025"/>
            <a:ext cx="604757" cy="604757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35D7BB0D-E895-9507-1F0C-6E7C3ABDA84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776858" y="2602148"/>
            <a:ext cx="604167" cy="604167"/>
          </a:xfrm>
          <a:prstGeom prst="rect">
            <a:avLst/>
          </a:prstGeom>
        </p:spPr>
      </p:pic>
      <p:pic>
        <p:nvPicPr>
          <p:cNvPr id="195" name="Picture 194" descr="Sad Woman Icon in SVG, PNG formats">
            <a:extLst>
              <a:ext uri="{FF2B5EF4-FFF2-40B4-BE49-F238E27FC236}">
                <a16:creationId xmlns:a16="http://schemas.microsoft.com/office/drawing/2014/main" id="{83FCE9FA-F62C-A5BA-2E7C-1D829EE5FE4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240742" y="2615783"/>
            <a:ext cx="604757" cy="604757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E3702D7E-A2E7-3C34-3EFC-D1722663ED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700826" y="2616373"/>
            <a:ext cx="604167" cy="604167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2F12942C-71F3-C09C-2BEE-F76EA34E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549599" y="1998659"/>
            <a:ext cx="604167" cy="604167"/>
          </a:xfrm>
          <a:prstGeom prst="rect">
            <a:avLst/>
          </a:prstGeom>
        </p:spPr>
      </p:pic>
      <p:pic>
        <p:nvPicPr>
          <p:cNvPr id="181" name="Picture 180" descr="Sad Woman Icon in SVG, PNG formats">
            <a:extLst>
              <a:ext uri="{FF2B5EF4-FFF2-40B4-BE49-F238E27FC236}">
                <a16:creationId xmlns:a16="http://schemas.microsoft.com/office/drawing/2014/main" id="{F1C05079-64C8-C316-F12B-4DB978E6D81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7013688" y="1998658"/>
            <a:ext cx="604757" cy="604757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EEEE2E89-9CE6-DA11-5946-064FF6DD920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865314" y="2589781"/>
            <a:ext cx="604167" cy="604167"/>
          </a:xfrm>
          <a:prstGeom prst="rect">
            <a:avLst/>
          </a:prstGeom>
        </p:spPr>
      </p:pic>
      <p:pic>
        <p:nvPicPr>
          <p:cNvPr id="185" name="Picture 184" descr="Sad Woman Icon in SVG, PNG formats">
            <a:extLst>
              <a:ext uri="{FF2B5EF4-FFF2-40B4-BE49-F238E27FC236}">
                <a16:creationId xmlns:a16="http://schemas.microsoft.com/office/drawing/2014/main" id="{B4096DD6-B52E-59B5-C93D-67B30308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6329198" y="2603416"/>
            <a:ext cx="604757" cy="604757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5FD4568F-199E-D65B-4613-2AA4252E460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789282" y="2604006"/>
            <a:ext cx="604167" cy="604167"/>
          </a:xfrm>
          <a:prstGeom prst="rect">
            <a:avLst/>
          </a:prstGeom>
        </p:spPr>
      </p:pic>
      <p:pic>
        <p:nvPicPr>
          <p:cNvPr id="7" name="Picture 6" descr="Sad Woman Icon in SVG, PNG formats">
            <a:extLst>
              <a:ext uri="{FF2B5EF4-FFF2-40B4-BE49-F238E27FC236}">
                <a16:creationId xmlns:a16="http://schemas.microsoft.com/office/drawing/2014/main" id="{E0370DEA-7510-43E9-1984-90B3660A748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021439" y="1985023"/>
            <a:ext cx="604757" cy="604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18742-C545-E700-48D9-D4C145189C1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148885" y="1408127"/>
            <a:ext cx="604167" cy="604167"/>
          </a:xfrm>
          <a:prstGeom prst="rect">
            <a:avLst/>
          </a:prstGeom>
        </p:spPr>
      </p:pic>
      <p:pic>
        <p:nvPicPr>
          <p:cNvPr id="11" name="Picture 10" descr="Happy Laugh Woman Icon in SVG, PNG formats">
            <a:extLst>
              <a:ext uri="{FF2B5EF4-FFF2-40B4-BE49-F238E27FC236}">
                <a16:creationId xmlns:a16="http://schemas.microsoft.com/office/drawing/2014/main" id="{078330A7-2268-4794-EF00-19E7692203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41585" y="775510"/>
            <a:ext cx="604757" cy="6047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9E744C-407C-9589-A29C-117A5CF2303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12637" y="775510"/>
            <a:ext cx="604757" cy="604757"/>
          </a:xfrm>
          <a:prstGeom prst="rect">
            <a:avLst/>
          </a:prstGeom>
        </p:spPr>
      </p:pic>
      <p:pic>
        <p:nvPicPr>
          <p:cNvPr id="15" name="Picture 14" descr="Happy Laugh Woman Icon in SVG, PNG formats">
            <a:extLst>
              <a:ext uri="{FF2B5EF4-FFF2-40B4-BE49-F238E27FC236}">
                <a16:creationId xmlns:a16="http://schemas.microsoft.com/office/drawing/2014/main" id="{CC91FD52-73CA-FD52-5DE4-774C358C8F5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71837" y="775510"/>
            <a:ext cx="604757" cy="6047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D870DA-5AE0-4848-C823-D20568650C5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42889" y="775510"/>
            <a:ext cx="604757" cy="604757"/>
          </a:xfrm>
          <a:prstGeom prst="rect">
            <a:avLst/>
          </a:prstGeom>
        </p:spPr>
      </p:pic>
      <p:pic>
        <p:nvPicPr>
          <p:cNvPr id="21" name="Picture 20" descr="Happy Laugh Woman Icon in SVG, PNG formats">
            <a:extLst>
              <a:ext uri="{FF2B5EF4-FFF2-40B4-BE49-F238E27FC236}">
                <a16:creationId xmlns:a16="http://schemas.microsoft.com/office/drawing/2014/main" id="{51D4B314-89F6-A351-38CE-F2320F624F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02089" y="775510"/>
            <a:ext cx="604757" cy="6047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C511E62-87AD-8EBF-B96E-020F7D3B9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9473" y="775510"/>
            <a:ext cx="604757" cy="6047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D01CE2-53E8-12A6-C291-F151E07CE86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2651" y="1380267"/>
            <a:ext cx="604757" cy="604757"/>
          </a:xfrm>
          <a:prstGeom prst="rect">
            <a:avLst/>
          </a:prstGeom>
        </p:spPr>
      </p:pic>
      <p:pic>
        <p:nvPicPr>
          <p:cNvPr id="29" name="Picture 28" descr="Happy Laugh Woman Icon in SVG, PNG formats">
            <a:extLst>
              <a:ext uri="{FF2B5EF4-FFF2-40B4-BE49-F238E27FC236}">
                <a16:creationId xmlns:a16="http://schemas.microsoft.com/office/drawing/2014/main" id="{9AD28DC5-39BD-29BC-7CE6-A5256BF982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2282" y="1380267"/>
            <a:ext cx="604757" cy="60475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A3EFE33-35ED-766E-CFC8-A875F8901B0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03334" y="1380267"/>
            <a:ext cx="604757" cy="604757"/>
          </a:xfrm>
          <a:prstGeom prst="rect">
            <a:avLst/>
          </a:prstGeom>
        </p:spPr>
      </p:pic>
      <p:pic>
        <p:nvPicPr>
          <p:cNvPr id="33" name="Picture 32" descr="Happy Laugh Woman Icon in SVG, PNG formats">
            <a:extLst>
              <a:ext uri="{FF2B5EF4-FFF2-40B4-BE49-F238E27FC236}">
                <a16:creationId xmlns:a16="http://schemas.microsoft.com/office/drawing/2014/main" id="{D36FAD7B-CB27-7083-B273-C309E31DF2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62534" y="1380267"/>
            <a:ext cx="604757" cy="60475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72FE4C1-4931-D0BE-779F-33CC4A4F210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3586" y="1380267"/>
            <a:ext cx="604757" cy="604757"/>
          </a:xfrm>
          <a:prstGeom prst="rect">
            <a:avLst/>
          </a:prstGeom>
        </p:spPr>
      </p:pic>
      <p:pic>
        <p:nvPicPr>
          <p:cNvPr id="37" name="Picture 36" descr="Happy Laugh Woman Icon in SVG, PNG formats">
            <a:extLst>
              <a:ext uri="{FF2B5EF4-FFF2-40B4-BE49-F238E27FC236}">
                <a16:creationId xmlns:a16="http://schemas.microsoft.com/office/drawing/2014/main" id="{5F1B5A78-FE89-2B19-D111-CFD79E15F0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2786" y="1380267"/>
            <a:ext cx="604757" cy="60475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DB35912-0196-3C04-D112-35BE2C30347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63838" y="1380267"/>
            <a:ext cx="604757" cy="60475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5F8E978-CB31-0E31-8872-327313C1A5B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029" y="1985024"/>
            <a:ext cx="604757" cy="604757"/>
          </a:xfrm>
          <a:prstGeom prst="rect">
            <a:avLst/>
          </a:prstGeom>
        </p:spPr>
      </p:pic>
      <p:pic>
        <p:nvPicPr>
          <p:cNvPr id="45" name="Picture 44" descr="Happy Laugh Woman Icon in SVG, PNG formats">
            <a:extLst>
              <a:ext uri="{FF2B5EF4-FFF2-40B4-BE49-F238E27FC236}">
                <a16:creationId xmlns:a16="http://schemas.microsoft.com/office/drawing/2014/main" id="{D12A8149-480C-A511-4D1E-F49B2EAE7A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34660" y="1985024"/>
            <a:ext cx="604757" cy="60475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1A2311F-4850-F956-872B-59EC72B0269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5712" y="1985024"/>
            <a:ext cx="604757" cy="604757"/>
          </a:xfrm>
          <a:prstGeom prst="rect">
            <a:avLst/>
          </a:prstGeom>
        </p:spPr>
      </p:pic>
      <p:pic>
        <p:nvPicPr>
          <p:cNvPr id="49" name="Picture 48" descr="Happy Laugh Woman Icon in SVG, PNG formats">
            <a:extLst>
              <a:ext uri="{FF2B5EF4-FFF2-40B4-BE49-F238E27FC236}">
                <a16:creationId xmlns:a16="http://schemas.microsoft.com/office/drawing/2014/main" id="{30E05FA2-08DD-23A0-9E0C-89D447A09D7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64912" y="1985024"/>
            <a:ext cx="604757" cy="60475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B77C547-8058-54FD-BA40-B460616AE72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35964" y="1985024"/>
            <a:ext cx="604757" cy="604757"/>
          </a:xfrm>
          <a:prstGeom prst="rect">
            <a:avLst/>
          </a:prstGeom>
        </p:spPr>
      </p:pic>
      <p:pic>
        <p:nvPicPr>
          <p:cNvPr id="53" name="Picture 52" descr="Happy Laugh Woman Icon in SVG, PNG formats">
            <a:extLst>
              <a:ext uri="{FF2B5EF4-FFF2-40B4-BE49-F238E27FC236}">
                <a16:creationId xmlns:a16="http://schemas.microsoft.com/office/drawing/2014/main" id="{268B99B6-9EB9-A056-30E7-47CF4F2825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95164" y="1985024"/>
            <a:ext cx="604757" cy="604757"/>
          </a:xfrm>
          <a:prstGeom prst="rect">
            <a:avLst/>
          </a:prstGeom>
        </p:spPr>
      </p:pic>
      <p:pic>
        <p:nvPicPr>
          <p:cNvPr id="61" name="Picture 60" descr="Happy Laugh Woman Icon in SVG, PNG formats">
            <a:extLst>
              <a:ext uri="{FF2B5EF4-FFF2-40B4-BE49-F238E27FC236}">
                <a16:creationId xmlns:a16="http://schemas.microsoft.com/office/drawing/2014/main" id="{93DD0F5C-C233-71FE-1319-EEFDEA55CAF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6828" y="2589781"/>
            <a:ext cx="604757" cy="60475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67DFCBE-E1A4-C15D-E756-E906181367E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07880" y="2589781"/>
            <a:ext cx="604757" cy="604757"/>
          </a:xfrm>
          <a:prstGeom prst="rect">
            <a:avLst/>
          </a:prstGeom>
        </p:spPr>
      </p:pic>
      <p:pic>
        <p:nvPicPr>
          <p:cNvPr id="65" name="Picture 64" descr="Happy Laugh Woman Icon in SVG, PNG formats">
            <a:extLst>
              <a:ext uri="{FF2B5EF4-FFF2-40B4-BE49-F238E27FC236}">
                <a16:creationId xmlns:a16="http://schemas.microsoft.com/office/drawing/2014/main" id="{DA089CE9-5A95-BA99-DC53-DBB9E23C7E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67080" y="2589781"/>
            <a:ext cx="604757" cy="60475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9B88B1C-CC5D-C3CE-3252-4DE789D3824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38132" y="2589781"/>
            <a:ext cx="604757" cy="604757"/>
          </a:xfrm>
          <a:prstGeom prst="rect">
            <a:avLst/>
          </a:prstGeom>
        </p:spPr>
      </p:pic>
      <p:pic>
        <p:nvPicPr>
          <p:cNvPr id="69" name="Picture 68" descr="Happy Laugh Woman Icon in SVG, PNG formats">
            <a:extLst>
              <a:ext uri="{FF2B5EF4-FFF2-40B4-BE49-F238E27FC236}">
                <a16:creationId xmlns:a16="http://schemas.microsoft.com/office/drawing/2014/main" id="{E7B7EACE-5B3D-0BAA-AD22-4272EBDE3BC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97332" y="2589781"/>
            <a:ext cx="604757" cy="60475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FAA7608-EA93-0043-98B7-11906490FB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68384" y="2589781"/>
            <a:ext cx="604757" cy="604757"/>
          </a:xfrm>
          <a:prstGeom prst="rect">
            <a:avLst/>
          </a:prstGeom>
        </p:spPr>
      </p:pic>
      <p:pic>
        <p:nvPicPr>
          <p:cNvPr id="73" name="Picture 72" descr="Happy Laugh Woman Icon in SVG, PNG formats">
            <a:extLst>
              <a:ext uri="{FF2B5EF4-FFF2-40B4-BE49-F238E27FC236}">
                <a16:creationId xmlns:a16="http://schemas.microsoft.com/office/drawing/2014/main" id="{B3A091D4-BFD4-671B-8702-12900541F4F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64713" y="789145"/>
            <a:ext cx="604757" cy="604757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7DB8B97-7DCF-F659-AEFF-92DFB7E456A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5765" y="789145"/>
            <a:ext cx="604757" cy="604757"/>
          </a:xfrm>
          <a:prstGeom prst="rect">
            <a:avLst/>
          </a:prstGeom>
        </p:spPr>
      </p:pic>
      <p:pic>
        <p:nvPicPr>
          <p:cNvPr id="77" name="Picture 76" descr="Happy Laugh Woman Icon in SVG, PNG formats">
            <a:extLst>
              <a:ext uri="{FF2B5EF4-FFF2-40B4-BE49-F238E27FC236}">
                <a16:creationId xmlns:a16="http://schemas.microsoft.com/office/drawing/2014/main" id="{B76E67E9-FA0E-8853-DCB3-A9BA72DEFD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94965" y="789145"/>
            <a:ext cx="604757" cy="60475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1DE0BFE3-989D-7ECA-A702-B9A3049EF07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66017" y="789145"/>
            <a:ext cx="604757" cy="604757"/>
          </a:xfrm>
          <a:prstGeom prst="rect">
            <a:avLst/>
          </a:prstGeom>
        </p:spPr>
      </p:pic>
      <p:pic>
        <p:nvPicPr>
          <p:cNvPr id="81" name="Picture 80" descr="Happy Laugh Woman Icon in SVG, PNG formats">
            <a:extLst>
              <a:ext uri="{FF2B5EF4-FFF2-40B4-BE49-F238E27FC236}">
                <a16:creationId xmlns:a16="http://schemas.microsoft.com/office/drawing/2014/main" id="{0C2C5BB4-2D9D-A560-4F38-7A199EA5A7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25217" y="789145"/>
            <a:ext cx="604757" cy="604757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C384736-5BFF-EF8B-5139-4244C1D3764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601" y="789145"/>
            <a:ext cx="604757" cy="604757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A4555BA1-DEAD-92C9-8D49-4CF7C8B5D6C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15779" y="1393902"/>
            <a:ext cx="604757" cy="604757"/>
          </a:xfrm>
          <a:prstGeom prst="rect">
            <a:avLst/>
          </a:prstGeom>
        </p:spPr>
      </p:pic>
      <p:pic>
        <p:nvPicPr>
          <p:cNvPr id="87" name="Picture 86" descr="Happy Laugh Woman Icon in SVG, PNG formats">
            <a:extLst>
              <a:ext uri="{FF2B5EF4-FFF2-40B4-BE49-F238E27FC236}">
                <a16:creationId xmlns:a16="http://schemas.microsoft.com/office/drawing/2014/main" id="{017B87CD-8CC6-5FF1-8EB3-BADF7B0E2E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55410" y="1393902"/>
            <a:ext cx="604757" cy="60475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651BC68E-7CB7-5EA7-A795-6C204157754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26462" y="1393902"/>
            <a:ext cx="604757" cy="604757"/>
          </a:xfrm>
          <a:prstGeom prst="rect">
            <a:avLst/>
          </a:prstGeom>
        </p:spPr>
      </p:pic>
      <p:pic>
        <p:nvPicPr>
          <p:cNvPr id="91" name="Picture 90" descr="Happy Laugh Woman Icon in SVG, PNG formats">
            <a:extLst>
              <a:ext uri="{FF2B5EF4-FFF2-40B4-BE49-F238E27FC236}">
                <a16:creationId xmlns:a16="http://schemas.microsoft.com/office/drawing/2014/main" id="{A25BC524-AD1E-2EE6-F93B-9ADFB4D8FE5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5662" y="1393902"/>
            <a:ext cx="604757" cy="60475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840FC3C1-55F9-2D78-ED01-03CD3109DD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56714" y="1393902"/>
            <a:ext cx="604757" cy="604757"/>
          </a:xfrm>
          <a:prstGeom prst="rect">
            <a:avLst/>
          </a:prstGeom>
        </p:spPr>
      </p:pic>
      <p:pic>
        <p:nvPicPr>
          <p:cNvPr id="95" name="Picture 94" descr="Happy Laugh Woman Icon in SVG, PNG formats">
            <a:extLst>
              <a:ext uri="{FF2B5EF4-FFF2-40B4-BE49-F238E27FC236}">
                <a16:creationId xmlns:a16="http://schemas.microsoft.com/office/drawing/2014/main" id="{3574C791-17D5-9EBE-1374-E2111E1EA13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15914" y="1393902"/>
            <a:ext cx="604757" cy="60475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321CAFB-C8FE-BBE3-3B74-6429E9FB193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86966" y="1393902"/>
            <a:ext cx="604757" cy="60475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D8A13A0-6380-8887-F72F-C9C7D458676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18157" y="1998659"/>
            <a:ext cx="604757" cy="604757"/>
          </a:xfrm>
          <a:prstGeom prst="rect">
            <a:avLst/>
          </a:prstGeom>
        </p:spPr>
      </p:pic>
      <p:pic>
        <p:nvPicPr>
          <p:cNvPr id="101" name="Picture 100" descr="Happy Laugh Woman Icon in SVG, PNG formats">
            <a:extLst>
              <a:ext uri="{FF2B5EF4-FFF2-40B4-BE49-F238E27FC236}">
                <a16:creationId xmlns:a16="http://schemas.microsoft.com/office/drawing/2014/main" id="{27522E1A-AAD9-10E1-50C7-EF3DF77DFB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57788" y="1998659"/>
            <a:ext cx="604757" cy="60475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F584D5D-7EBD-FC1E-0BAC-1313841F07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28840" y="1998659"/>
            <a:ext cx="604757" cy="604757"/>
          </a:xfrm>
          <a:prstGeom prst="rect">
            <a:avLst/>
          </a:prstGeom>
        </p:spPr>
      </p:pic>
      <p:pic>
        <p:nvPicPr>
          <p:cNvPr id="105" name="Picture 104" descr="Happy Laugh Woman Icon in SVG, PNG formats">
            <a:extLst>
              <a:ext uri="{FF2B5EF4-FFF2-40B4-BE49-F238E27FC236}">
                <a16:creationId xmlns:a16="http://schemas.microsoft.com/office/drawing/2014/main" id="{F01E8DC1-81ED-65FE-14CC-B0EE0724E3B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88040" y="1998659"/>
            <a:ext cx="604757" cy="604757"/>
          </a:xfrm>
          <a:prstGeom prst="rect">
            <a:avLst/>
          </a:prstGeom>
        </p:spPr>
      </p:pic>
      <p:pic>
        <p:nvPicPr>
          <p:cNvPr id="111" name="Picture 110" descr="Happy Laugh Woman Icon in SVG, PNG formats">
            <a:extLst>
              <a:ext uri="{FF2B5EF4-FFF2-40B4-BE49-F238E27FC236}">
                <a16:creationId xmlns:a16="http://schemas.microsoft.com/office/drawing/2014/main" id="{6DB18AE1-126B-88B5-C989-7884321511E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59956" y="2603416"/>
            <a:ext cx="604757" cy="604757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D48242F-0B9E-A27A-6480-BBB1566D425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31008" y="2603416"/>
            <a:ext cx="604757" cy="604757"/>
          </a:xfrm>
          <a:prstGeom prst="rect">
            <a:avLst/>
          </a:prstGeom>
        </p:spPr>
      </p:pic>
      <p:pic>
        <p:nvPicPr>
          <p:cNvPr id="115" name="Picture 114" descr="Happy Laugh Woman Icon in SVG, PNG formats">
            <a:extLst>
              <a:ext uri="{FF2B5EF4-FFF2-40B4-BE49-F238E27FC236}">
                <a16:creationId xmlns:a16="http://schemas.microsoft.com/office/drawing/2014/main" id="{1118DC90-E8F4-6D9D-FDB7-465A1683437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90208" y="2603416"/>
            <a:ext cx="604757" cy="604757"/>
          </a:xfrm>
          <a:prstGeom prst="rect">
            <a:avLst/>
          </a:prstGeom>
        </p:spPr>
      </p:pic>
      <p:pic>
        <p:nvPicPr>
          <p:cNvPr id="123" name="Picture 122" descr="Happy Laugh Woman Icon in SVG, PNG formats">
            <a:extLst>
              <a:ext uri="{FF2B5EF4-FFF2-40B4-BE49-F238E27FC236}">
                <a16:creationId xmlns:a16="http://schemas.microsoft.com/office/drawing/2014/main" id="{BD353239-7B92-D128-EF3A-FB8359E1B4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77224" y="789145"/>
            <a:ext cx="604757" cy="604757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8F2B4D9C-57C9-D097-7D93-D6C32825D4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48276" y="789145"/>
            <a:ext cx="604757" cy="604757"/>
          </a:xfrm>
          <a:prstGeom prst="rect">
            <a:avLst/>
          </a:prstGeom>
        </p:spPr>
      </p:pic>
      <p:pic>
        <p:nvPicPr>
          <p:cNvPr id="127" name="Picture 126" descr="Happy Laugh Woman Icon in SVG, PNG formats">
            <a:extLst>
              <a:ext uri="{FF2B5EF4-FFF2-40B4-BE49-F238E27FC236}">
                <a16:creationId xmlns:a16="http://schemas.microsoft.com/office/drawing/2014/main" id="{BB2D62FB-3E60-FFED-E72B-88A091C349B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07476" y="789145"/>
            <a:ext cx="604757" cy="604757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479D094F-2EB6-2AF7-82EA-3BE0F4728C0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78528" y="789145"/>
            <a:ext cx="604757" cy="604757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56ED56DC-5C64-3F83-CFB8-C224DBD6CDD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85112" y="789145"/>
            <a:ext cx="604757" cy="604757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76B462E9-EA0E-8681-CAE2-80CAE56642E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28290" y="1393902"/>
            <a:ext cx="604757" cy="604757"/>
          </a:xfrm>
          <a:prstGeom prst="rect">
            <a:avLst/>
          </a:prstGeom>
        </p:spPr>
      </p:pic>
      <p:pic>
        <p:nvPicPr>
          <p:cNvPr id="137" name="Picture 136" descr="Happy Laugh Woman Icon in SVG, PNG formats">
            <a:extLst>
              <a:ext uri="{FF2B5EF4-FFF2-40B4-BE49-F238E27FC236}">
                <a16:creationId xmlns:a16="http://schemas.microsoft.com/office/drawing/2014/main" id="{5F13C39C-CB6F-F733-645D-A170C42ED5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67921" y="1393902"/>
            <a:ext cx="604757" cy="604757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35BC21B-5893-2F68-8EEB-CA9F917FC51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38973" y="1393902"/>
            <a:ext cx="604757" cy="604757"/>
          </a:xfrm>
          <a:prstGeom prst="rect">
            <a:avLst/>
          </a:prstGeom>
        </p:spPr>
      </p:pic>
      <p:pic>
        <p:nvPicPr>
          <p:cNvPr id="141" name="Picture 140" descr="Happy Laugh Woman Icon in SVG, PNG formats">
            <a:extLst>
              <a:ext uri="{FF2B5EF4-FFF2-40B4-BE49-F238E27FC236}">
                <a16:creationId xmlns:a16="http://schemas.microsoft.com/office/drawing/2014/main" id="{F27F407D-F257-92D1-1409-8B22E9E6B3D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98173" y="1393902"/>
            <a:ext cx="604757" cy="60475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F13E3B14-73F9-78F3-2F58-67E69B37BB6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30668" y="1998659"/>
            <a:ext cx="604757" cy="604757"/>
          </a:xfrm>
          <a:prstGeom prst="rect">
            <a:avLst/>
          </a:prstGeom>
        </p:spPr>
      </p:pic>
      <p:pic>
        <p:nvPicPr>
          <p:cNvPr id="151" name="Picture 150" descr="Happy Laugh Woman Icon in SVG, PNG formats">
            <a:extLst>
              <a:ext uri="{FF2B5EF4-FFF2-40B4-BE49-F238E27FC236}">
                <a16:creationId xmlns:a16="http://schemas.microsoft.com/office/drawing/2014/main" id="{C1FB5F13-A2B1-D748-CBAE-D351AA047C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70299" y="1998659"/>
            <a:ext cx="604757" cy="604757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CEE0FACC-70C4-30C4-6247-626EFC0577E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41351" y="1998659"/>
            <a:ext cx="604757" cy="604757"/>
          </a:xfrm>
          <a:prstGeom prst="rect">
            <a:avLst/>
          </a:prstGeom>
        </p:spPr>
      </p:pic>
      <p:pic>
        <p:nvPicPr>
          <p:cNvPr id="161" name="Picture 160" descr="Happy Laugh Woman Icon in SVG, PNG formats">
            <a:extLst>
              <a:ext uri="{FF2B5EF4-FFF2-40B4-BE49-F238E27FC236}">
                <a16:creationId xmlns:a16="http://schemas.microsoft.com/office/drawing/2014/main" id="{E98EE715-BCBA-81AC-21FA-7CD4FE0973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2467" y="2603416"/>
            <a:ext cx="604757" cy="604757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CD1CEB6D-63E5-8A79-3C46-67CD737F24B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43519" y="2603416"/>
            <a:ext cx="604757" cy="604757"/>
          </a:xfrm>
          <a:prstGeom prst="rect">
            <a:avLst/>
          </a:prstGeom>
        </p:spPr>
      </p:pic>
      <p:pic>
        <p:nvPicPr>
          <p:cNvPr id="165" name="Picture 164" descr="Happy Laugh Woman Icon in SVG, PNG formats">
            <a:extLst>
              <a:ext uri="{FF2B5EF4-FFF2-40B4-BE49-F238E27FC236}">
                <a16:creationId xmlns:a16="http://schemas.microsoft.com/office/drawing/2014/main" id="{79FF0533-AEE4-63D4-4F0F-01D29742B3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02719" y="2603416"/>
            <a:ext cx="604757" cy="60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Chu-Chang Ku</dc:creator>
  <cp:lastModifiedBy>Chu-Chang Ku</cp:lastModifiedBy>
  <cp:revision>2</cp:revision>
  <dcterms:created xsi:type="dcterms:W3CDTF">2026-09-28T15:41:17Z</dcterms:created>
  <dcterms:modified xsi:type="dcterms:W3CDTF">2026-10-29T15:45:03Z</dcterms:modified>
</cp:coreProperties>
</file>
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D1A2F-C69C-B4FF-DF39-F947B7CF5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526BF0-FF97-0ABC-8E7A-233F37D41C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80620-E027-1AE5-3E27-ECF8FD1F8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76EEB9-A396-3D76-8609-5E7305162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34544-A512-B4BC-CEA8-80CC8274C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495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FF5E7-A64F-A365-BD03-3A569225A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33D13-EEFB-1874-B7D6-D96C2A636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EB59F-BD13-3F07-BC01-E0655AAD5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1A91D0-AE51-3601-CD27-6763DFE6E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E13DD-7BEF-736D-2B00-2A45BBDE1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933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9026C-C498-A5B8-6B9A-D4263EC34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73EB2-282B-ADF5-0B6C-93D182ADDB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DF4FA-57F1-9843-B317-2B7555752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5D8945-6D43-38A7-7C8E-1350B58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38541-BEC0-17D4-B824-257037145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609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8CD03-249A-1908-D4E2-055579EFB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9E48D-35C7-5080-61B0-9A1410F08C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FA43ED-8B78-1D9D-3B4B-E54799415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2E490-A54D-E83B-5388-C0847B013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1D348-39EA-6618-18EE-117FC6304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01DAE1-F62F-3AE3-4861-76FA29AA7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999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524F4-2E2A-A6A4-8C70-EA6352C93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422A9-05A6-31BC-37C1-0173AA4F0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6B5F92-C0A3-7C72-2603-4F23BD76D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199171-D59B-F175-4D29-AA77BC648D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F38504-8BDC-A5FB-A52E-BE0067B02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4B8933-F7A1-BD41-0CF2-022919EC9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DC850-3AA4-0A1E-176A-BBC5112AA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1D157-6EB3-44E2-FC67-B2F515478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075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32477-8E80-9AA5-A7F0-EBA9AADE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C78377-3C2C-C12F-3E30-EB089F196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984B-57BF-344A-8F07-F102BC3BA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4862D2-CEE3-66C7-3FE9-ECE26BD6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0472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EA295B-034F-46E8-714A-654AF88F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8773B-9730-57E5-2C3D-8851A7E5E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CC2DA-907C-296B-A8B2-293254F7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2783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132F-B304-1FFC-905C-CA83FFED0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B335E-8730-A0F0-0408-9D1F456CA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4EBC-1617-874D-1695-DB0DB3586F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4A408D-2D4A-D295-D6DC-CAED3A64C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2540C-8005-5469-8D1E-663746082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2DE5ED-83C7-2F0B-BBCF-2CEAE947E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465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7EA54-87BB-AF7D-0CF7-98CF692F3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FBAA9C-ED5E-489D-12E1-F2081D61CF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8E180B-69FD-F9A7-ABA7-2F94760A5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EDDF0B-F58F-47D5-A8E9-E5CFF4E03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0F41F0-1571-B34A-3513-00AC2FDEF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1999F-7991-331A-5E82-96E0475A0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293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32AA5-7411-7B22-983C-E55AEAC4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730D2-C293-B9B3-5C44-A37BCCD8FC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E99DB-0537-A13E-F9D7-ACF061975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09AB7-2E4E-6BEA-A1FC-9C47A281A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6FF7E-F17E-B000-CD99-8BFBC5A56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004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8FEBCC-3157-7E0E-BE05-F29FD1FC50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9BE95-62FE-F446-4500-EEC1537FF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B54E9-97BD-883C-16A7-BADBDC727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3426B-7F8F-442B-77FA-D27B4EC3A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C528A6-CFF9-7CAF-DA65-F83B82094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091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3F957E-3F27-3A92-202A-1DB8C6545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B8381-76DA-E900-D465-029097B64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2FFD6-671D-2534-A596-6DE41624BC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5D7AEF-48A4-4CF2-A209-6A6A6275718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B701D-CF8B-8323-6C57-2A950C287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4557C-0941-FF4B-E8C4-92359D88E4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304EFA-1FBB-45EF-9F57-DD591A0829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272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Patient Hospital Stretcher Icon in SVG, PNG formats">
            <a:extLst>
              <a:ext uri="{FF2B5EF4-FFF2-40B4-BE49-F238E27FC236}">
                <a16:creationId xmlns:a16="http://schemas.microsoft.com/office/drawing/2014/main" id="{F145A650-98FF-7677-7369-2AB7B572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42806" y="2502008"/>
            <a:ext cx="799138" cy="799138"/>
          </a:xfrm>
          <a:prstGeom prst="rect">
            <a:avLst/>
          </a:prstGeom>
        </p:spPr>
      </p:pic>
      <p:pic>
        <p:nvPicPr>
          <p:cNvPr id="8" name="Picture 7" descr="Patient Hospital Stretcher Icon in SVG, PNG formats">
            <a:extLst>
              <a:ext uri="{FF2B5EF4-FFF2-40B4-BE49-F238E27FC236}">
                <a16:creationId xmlns:a16="http://schemas.microsoft.com/office/drawing/2014/main" id="{37E614AD-3343-3770-4F48-735D9A87923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65223" y="1041595"/>
            <a:ext cx="799138" cy="799138"/>
          </a:xfrm>
          <a:prstGeom prst="rect">
            <a:avLst/>
          </a:prstGeom>
        </p:spPr>
      </p:pic>
      <p:pic>
        <p:nvPicPr>
          <p:cNvPr id="10" name="Picture 9" descr="Patient Hospital Stretcher Icon in SVG, PNG formats">
            <a:extLst>
              <a:ext uri="{FF2B5EF4-FFF2-40B4-BE49-F238E27FC236}">
                <a16:creationId xmlns:a16="http://schemas.microsoft.com/office/drawing/2014/main" id="{3B0B9D81-AB60-A4E5-6042-7FB48335B8D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32145" y="1760501"/>
            <a:ext cx="799138" cy="799138"/>
          </a:xfrm>
          <a:prstGeom prst="rect">
            <a:avLst/>
          </a:prstGeom>
        </p:spPr>
      </p:pic>
      <p:pic>
        <p:nvPicPr>
          <p:cNvPr id="12" name="Picture 11" descr="Patient Hospital Stretcher Icon in SVG, PNG formats">
            <a:extLst>
              <a:ext uri="{FF2B5EF4-FFF2-40B4-BE49-F238E27FC236}">
                <a16:creationId xmlns:a16="http://schemas.microsoft.com/office/drawing/2014/main" id="{CC67FC13-3115-EAE4-4910-80CC77E3D22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79947" y="2531807"/>
            <a:ext cx="799138" cy="799138"/>
          </a:xfrm>
          <a:prstGeom prst="rect">
            <a:avLst/>
          </a:prstGeom>
        </p:spPr>
      </p:pic>
      <p:pic>
        <p:nvPicPr>
          <p:cNvPr id="18" name="Picture 17" descr="Patient Hospital Stretcher Icon in SVG, PNG formats">
            <a:extLst>
              <a:ext uri="{FF2B5EF4-FFF2-40B4-BE49-F238E27FC236}">
                <a16:creationId xmlns:a16="http://schemas.microsoft.com/office/drawing/2014/main" id="{E2316C42-24C1-4C8A-C990-2DBC12AE1D1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04313" y="2483320"/>
            <a:ext cx="799138" cy="799138"/>
          </a:xfrm>
          <a:prstGeom prst="rect">
            <a:avLst/>
          </a:prstGeom>
        </p:spPr>
      </p:pic>
      <p:pic>
        <p:nvPicPr>
          <p:cNvPr id="22" name="Picture 21" descr="Patient Hospital Stretcher Icon in SVG, PNG formats">
            <a:extLst>
              <a:ext uri="{FF2B5EF4-FFF2-40B4-BE49-F238E27FC236}">
                <a16:creationId xmlns:a16="http://schemas.microsoft.com/office/drawing/2014/main" id="{68E04A90-3E46-AA10-DFF3-6D44E1C3C35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367172" y="963568"/>
            <a:ext cx="799138" cy="799138"/>
          </a:xfrm>
          <a:prstGeom prst="rect">
            <a:avLst/>
          </a:prstGeom>
        </p:spPr>
      </p:pic>
      <p:pic>
        <p:nvPicPr>
          <p:cNvPr id="23" name="Picture 22" descr="Patient On Stretcher Icon in SVG, PNG formats">
            <a:extLst>
              <a:ext uri="{FF2B5EF4-FFF2-40B4-BE49-F238E27FC236}">
                <a16:creationId xmlns:a16="http://schemas.microsoft.com/office/drawing/2014/main" id="{3EA22719-9AF9-0209-E0F8-768FE96B9C1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0018" y="5279136"/>
            <a:ext cx="799138" cy="799138"/>
          </a:xfrm>
          <a:prstGeom prst="rect">
            <a:avLst/>
          </a:prstGeom>
        </p:spPr>
      </p:pic>
      <p:pic>
        <p:nvPicPr>
          <p:cNvPr id="25" name="Picture 24" descr="Patient On Stretcher Icon in SVG, PNG formats">
            <a:extLst>
              <a:ext uri="{FF2B5EF4-FFF2-40B4-BE49-F238E27FC236}">
                <a16:creationId xmlns:a16="http://schemas.microsoft.com/office/drawing/2014/main" id="{A64511B3-6B39-B8AC-0300-72C26D099E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422378" y="1840733"/>
            <a:ext cx="799138" cy="799138"/>
          </a:xfrm>
          <a:prstGeom prst="rect">
            <a:avLst/>
          </a:prstGeom>
        </p:spPr>
      </p:pic>
      <p:pic>
        <p:nvPicPr>
          <p:cNvPr id="27" name="Picture 26" descr="Patient On Stretcher Icon in SVG, PNG formats">
            <a:extLst>
              <a:ext uri="{FF2B5EF4-FFF2-40B4-BE49-F238E27FC236}">
                <a16:creationId xmlns:a16="http://schemas.microsoft.com/office/drawing/2014/main" id="{844191B3-A318-2F0D-2D5B-2DDEFDB6B4A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94344" y="1684182"/>
            <a:ext cx="799138" cy="799138"/>
          </a:xfrm>
          <a:prstGeom prst="rect">
            <a:avLst/>
          </a:prstGeom>
        </p:spPr>
      </p:pic>
      <p:pic>
        <p:nvPicPr>
          <p:cNvPr id="29" name="Picture 28" descr="Patient On Stretcher Icon in SVG, PNG formats">
            <a:extLst>
              <a:ext uri="{FF2B5EF4-FFF2-40B4-BE49-F238E27FC236}">
                <a16:creationId xmlns:a16="http://schemas.microsoft.com/office/drawing/2014/main" id="{F05D674A-3B00-B923-7B3F-06D0930559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59977" y="1041595"/>
            <a:ext cx="799138" cy="799138"/>
          </a:xfrm>
          <a:prstGeom prst="rect">
            <a:avLst/>
          </a:prstGeom>
        </p:spPr>
      </p:pic>
      <p:pic>
        <p:nvPicPr>
          <p:cNvPr id="39" name="Picture 38" descr="Patient Hospital Stretcher Icon in SVG, PNG formats">
            <a:extLst>
              <a:ext uri="{FF2B5EF4-FFF2-40B4-BE49-F238E27FC236}">
                <a16:creationId xmlns:a16="http://schemas.microsoft.com/office/drawing/2014/main" id="{C033B684-E47D-5271-E2AA-3F6D75672C8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94857" y="1831048"/>
            <a:ext cx="799138" cy="799138"/>
          </a:xfrm>
          <a:prstGeom prst="rect">
            <a:avLst/>
          </a:prstGeom>
        </p:spPr>
      </p:pic>
      <p:pic>
        <p:nvPicPr>
          <p:cNvPr id="41" name="Picture 40" descr="Patient Hospital Stretcher Icon in SVG, PNG formats">
            <a:extLst>
              <a:ext uri="{FF2B5EF4-FFF2-40B4-BE49-F238E27FC236}">
                <a16:creationId xmlns:a16="http://schemas.microsoft.com/office/drawing/2014/main" id="{626A683A-106C-338E-0C74-F472AABEC36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957716" y="311296"/>
            <a:ext cx="799138" cy="799138"/>
          </a:xfrm>
          <a:prstGeom prst="rect">
            <a:avLst/>
          </a:prstGeom>
        </p:spPr>
      </p:pic>
      <p:pic>
        <p:nvPicPr>
          <p:cNvPr id="43" name="Picture 42" descr="Patient On Stretcher Icon in SVG, PNG formats">
            <a:extLst>
              <a:ext uri="{FF2B5EF4-FFF2-40B4-BE49-F238E27FC236}">
                <a16:creationId xmlns:a16="http://schemas.microsoft.com/office/drawing/2014/main" id="{93045515-AAFA-6D12-9DF8-32F326FE6C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12922" y="1188461"/>
            <a:ext cx="799138" cy="799138"/>
          </a:xfrm>
          <a:prstGeom prst="rect">
            <a:avLst/>
          </a:prstGeom>
        </p:spPr>
      </p:pic>
      <p:pic>
        <p:nvPicPr>
          <p:cNvPr id="49" name="Picture 48" descr="Patient Hospital Stretcher Icon in SVG, PNG formats">
            <a:extLst>
              <a:ext uri="{FF2B5EF4-FFF2-40B4-BE49-F238E27FC236}">
                <a16:creationId xmlns:a16="http://schemas.microsoft.com/office/drawing/2014/main" id="{F18A6D87-7F8A-3274-362A-0122FFDF602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05518" y="4141476"/>
            <a:ext cx="799138" cy="799138"/>
          </a:xfrm>
          <a:prstGeom prst="rect">
            <a:avLst/>
          </a:prstGeom>
        </p:spPr>
      </p:pic>
      <p:pic>
        <p:nvPicPr>
          <p:cNvPr id="53" name="Picture 52" descr="Patient Hospital Stretcher Icon in SVG, PNG formats">
            <a:extLst>
              <a:ext uri="{FF2B5EF4-FFF2-40B4-BE49-F238E27FC236}">
                <a16:creationId xmlns:a16="http://schemas.microsoft.com/office/drawing/2014/main" id="{D1AD5620-F4EB-8514-810A-ABBAC303EED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94857" y="3399969"/>
            <a:ext cx="799138" cy="799138"/>
          </a:xfrm>
          <a:prstGeom prst="rect">
            <a:avLst/>
          </a:prstGeom>
        </p:spPr>
      </p:pic>
      <p:pic>
        <p:nvPicPr>
          <p:cNvPr id="55" name="Picture 54" descr="Patient Hospital Stretcher Icon in SVG, PNG formats">
            <a:extLst>
              <a:ext uri="{FF2B5EF4-FFF2-40B4-BE49-F238E27FC236}">
                <a16:creationId xmlns:a16="http://schemas.microsoft.com/office/drawing/2014/main" id="{74999B8D-946B-628F-A53C-90362CE4F2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42659" y="4171275"/>
            <a:ext cx="799138" cy="799138"/>
          </a:xfrm>
          <a:prstGeom prst="rect">
            <a:avLst/>
          </a:prstGeom>
        </p:spPr>
      </p:pic>
      <p:pic>
        <p:nvPicPr>
          <p:cNvPr id="57" name="Picture 56" descr="Patient Hospital Stretcher Icon in SVG, PNG formats">
            <a:extLst>
              <a:ext uri="{FF2B5EF4-FFF2-40B4-BE49-F238E27FC236}">
                <a16:creationId xmlns:a16="http://schemas.microsoft.com/office/drawing/2014/main" id="{E9119D0F-5F21-EB0A-A0B3-BF53F9420DF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67025" y="4122788"/>
            <a:ext cx="799138" cy="799138"/>
          </a:xfrm>
          <a:prstGeom prst="rect">
            <a:avLst/>
          </a:prstGeom>
        </p:spPr>
      </p:pic>
      <p:pic>
        <p:nvPicPr>
          <p:cNvPr id="59" name="Picture 58" descr="Patient Hospital Stretcher Icon in SVG, PNG formats">
            <a:extLst>
              <a:ext uri="{FF2B5EF4-FFF2-40B4-BE49-F238E27FC236}">
                <a16:creationId xmlns:a16="http://schemas.microsoft.com/office/drawing/2014/main" id="{C3AE6674-854C-0F80-EE28-2409B92AE93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929884" y="2603036"/>
            <a:ext cx="799138" cy="799138"/>
          </a:xfrm>
          <a:prstGeom prst="rect">
            <a:avLst/>
          </a:prstGeom>
        </p:spPr>
      </p:pic>
      <p:pic>
        <p:nvPicPr>
          <p:cNvPr id="61" name="Picture 60" descr="Patient On Stretcher Icon in SVG, PNG formats">
            <a:extLst>
              <a:ext uri="{FF2B5EF4-FFF2-40B4-BE49-F238E27FC236}">
                <a16:creationId xmlns:a16="http://schemas.microsoft.com/office/drawing/2014/main" id="{129720EF-00A3-4AD7-7364-89C702AB97F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85090" y="3480201"/>
            <a:ext cx="799138" cy="799138"/>
          </a:xfrm>
          <a:prstGeom prst="rect">
            <a:avLst/>
          </a:prstGeom>
        </p:spPr>
      </p:pic>
      <p:pic>
        <p:nvPicPr>
          <p:cNvPr id="67" name="Picture 66" descr="Patient Hospital Stretcher Icon in SVG, PNG formats">
            <a:extLst>
              <a:ext uri="{FF2B5EF4-FFF2-40B4-BE49-F238E27FC236}">
                <a16:creationId xmlns:a16="http://schemas.microsoft.com/office/drawing/2014/main" id="{B9E24D43-2C80-3D53-2BCD-5FD69AF952E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78378" y="5592075"/>
            <a:ext cx="799138" cy="799138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19FE70E5-6854-16D7-8506-4BD690DC7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8766" y="4025760"/>
            <a:ext cx="2816596" cy="236545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C15CC2B7-5ED7-AFDC-369A-0FCD5F6F7D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3592" y="-115700"/>
            <a:ext cx="2682472" cy="2316681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2F9EEBF2-2B76-431D-3BB9-07AA1EC8D9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3194" y="1649513"/>
            <a:ext cx="2786113" cy="2365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066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Chu-Chang Ku</dc:creator>
  <cp:lastModifiedBy>Chu-Chang Ku</cp:lastModifiedBy>
  <cp:revision>1</cp:revision>
  <dcterms:created xsi:type="dcterms:W3CDTF">2026-09-28T15:41:17Z</dcterms:created>
  <dcterms:modified xsi:type="dcterms:W3CDTF">2026-09-28T15:58:45Z</dcterms:modified>
</cp:coreProperties>
</file>